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38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1D27A"/>
                </a:solidFill>
              </a:defRPr>
            </a:pPr>
            <a:r>
              <a:t>🍰 Sweet County Bakery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Full-Stack Artisanal E-Commerce Platform with 3D Spotlights &amp; Animated Packing</a:t>
            </a:r>
          </a:p>
          <a:p>
            <a:br/>
            <a:pPr>
              <a:defRPr sz="1600">
                <a:solidFill>
                  <a:srgbClr val="F1D27A"/>
                </a:solidFill>
              </a:defRPr>
            </a:pPr>
            <a:r>
              <a:t>Live Application: https://sweet-county.vercel.app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6B4F"/>
                </a:solidFill>
              </a:defRPr>
            </a:pPr>
            <a:r>
              <a:t>SWEET COUNTY BAKERY</a:t>
            </a:r>
          </a:p>
          <a:p>
            <a:pPr>
              <a:defRPr sz="2800" b="1">
                <a:solidFill>
                  <a:srgbClr val="2D1E18"/>
                </a:solidFill>
              </a:defRPr>
            </a:pPr>
            <a:r>
              <a:t>🏗️ System Architecture &amp;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A36B4F"/>
                </a:solidFill>
              </a:defRPr>
            </a:pPr>
            <a:r>
              <a:t>• Frontend Layer (React 19 / Vite)</a:t>
            </a:r>
          </a:p>
          <a:p>
            <a:pPr>
              <a:defRPr sz="1400">
                <a:solidFill>
                  <a:srgbClr val="2D1E18"/>
                </a:solidFill>
              </a:defRPr>
            </a:pPr>
            <a:r>
              <a:t>   Built with React 19, Vanilla CSS with 3D Perspective, React Router v7, and Context API (Auth &amp; Cart).</a:t>
            </a:r>
            <a:br/>
          </a:p>
          <a:p>
            <a:pPr>
              <a:defRPr sz="1800" b="1">
                <a:solidFill>
                  <a:srgbClr val="A36B4F"/>
                </a:solidFill>
              </a:defRPr>
            </a:pPr>
            <a:r>
              <a:t>• Backend API Layer (Vercel Serverless)</a:t>
            </a:r>
          </a:p>
          <a:p>
            <a:pPr>
              <a:defRPr sz="1400">
                <a:solidFill>
                  <a:srgbClr val="2D1E18"/>
                </a:solidFill>
              </a:defRPr>
            </a:pPr>
            <a:r>
              <a:t>   Node.js Express Serverless API handling authentication, catalog filtering, cart orders, and payments at /api/*.</a:t>
            </a:r>
            <a:br/>
          </a:p>
          <a:p>
            <a:pPr>
              <a:defRPr sz="1800" b="1">
                <a:solidFill>
                  <a:srgbClr val="A36B4F"/>
                </a:solidFill>
              </a:defRPr>
            </a:pPr>
            <a:r>
              <a:t>• Database &amp; Storage</a:t>
            </a:r>
          </a:p>
          <a:p>
            <a:pPr>
              <a:defRPr sz="1400">
                <a:solidFill>
                  <a:srgbClr val="2D1E18"/>
                </a:solidFill>
              </a:defRPr>
            </a:pPr>
            <a:r>
              <a:t>   Embedded In-Memory Data Store &amp; MongoDB Atlas integration for zero-delay response times.</a:t>
            </a:r>
            <a:br/>
          </a:p>
          <a:p>
            <a:pPr>
              <a:defRPr sz="1800" b="1">
                <a:solidFill>
                  <a:srgbClr val="A36B4F"/>
                </a:solidFill>
              </a:defRPr>
            </a:pPr>
            <a:r>
              <a:t>• Deployment &amp; Hosting</a:t>
            </a:r>
          </a:p>
          <a:p>
            <a:pPr>
              <a:defRPr sz="1400">
                <a:solidFill>
                  <a:srgbClr val="2D1E18"/>
                </a:solidFill>
              </a:defRPr>
            </a:pPr>
            <a:r>
              <a:t>   Unified single-domain deployment on Vercel (https://sweet-county.vercel.app).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6B4F"/>
                </a:solidFill>
              </a:defRPr>
            </a:pPr>
            <a:r>
              <a:t>SWEET COUNTY BAKERY</a:t>
            </a:r>
          </a:p>
          <a:p>
            <a:pPr>
              <a:defRPr sz="2800" b="1">
                <a:solidFill>
                  <a:srgbClr val="2D1E18"/>
                </a:solidFill>
              </a:defRPr>
            </a:pPr>
            <a:r>
              <a:t>✨ Key Features &amp; 3D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A36B4F"/>
                </a:solidFill>
              </a:defRPr>
            </a:pPr>
            <a:r>
              <a:t>• 3D Levitating Cake Spotlight</a:t>
            </a:r>
          </a:p>
          <a:p>
            <a:pPr>
              <a:defRPr sz="1400">
                <a:solidFill>
                  <a:srgbClr val="2D1E18"/>
                </a:solidFill>
              </a:defRPr>
            </a:pPr>
            <a:r>
              <a:t>   Real-time mouse-tilt container with mid-air floating animation and orbital sparkles.</a:t>
            </a:r>
            <a:br/>
          </a:p>
          <a:p>
            <a:pPr>
              <a:defRPr sz="1800" b="1">
                <a:solidFill>
                  <a:srgbClr val="A36B4F"/>
                </a:solidFill>
              </a:defRPr>
            </a:pPr>
            <a:r>
              <a:t>• 3D Bakery Box Packing Animation</a:t>
            </a:r>
          </a:p>
          <a:p>
            <a:pPr>
              <a:defRPr sz="1400">
                <a:solidFill>
                  <a:srgbClr val="2D1E18"/>
                </a:solidFill>
              </a:defRPr>
            </a:pPr>
            <a:r>
              <a:t>   Cake drops into 3D Bakery Box -&gt; Lid closes -&gt; Ribbon wraps -&gt; Wax seal stamps before payment.</a:t>
            </a:r>
            <a:br/>
          </a:p>
          <a:p>
            <a:pPr>
              <a:defRPr sz="1800" b="1">
                <a:solidFill>
                  <a:srgbClr val="A36B4F"/>
                </a:solidFill>
              </a:defRPr>
            </a:pPr>
            <a:r>
              <a:t>• Reassuring Checkout &amp; Payment</a:t>
            </a:r>
          </a:p>
          <a:p>
            <a:pPr>
              <a:defRPr sz="1400">
                <a:solidFill>
                  <a:srgbClr val="2D1E18"/>
                </a:solidFill>
              </a:defRPr>
            </a:pPr>
            <a:r>
              <a:t>   Razorpay test modal supporting UPI QR (GPay, PhonePe, Paytm), Cards, Netbanking &amp; Cash on Delivery.</a:t>
            </a:r>
            <a:br/>
          </a:p>
          <a:p>
            <a:pPr>
              <a:defRPr sz="1800" b="1">
                <a:solidFill>
                  <a:srgbClr val="A36B4F"/>
                </a:solidFill>
              </a:defRPr>
            </a:pPr>
            <a:r>
              <a:t>• Admin Dashboard &amp; User Database</a:t>
            </a:r>
          </a:p>
          <a:p>
            <a:pPr>
              <a:defRPr sz="1400">
                <a:solidFill>
                  <a:srgbClr val="2D1E18"/>
                </a:solidFill>
              </a:defRPr>
            </a:pPr>
            <a:r>
              <a:t>   Live order pipeline management and registered customer account viewer.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6B4F"/>
                </a:solidFill>
              </a:defRPr>
            </a:pPr>
            <a:r>
              <a:t>SWEET COUNTY BAKERY</a:t>
            </a:r>
          </a:p>
          <a:p>
            <a:pPr>
              <a:defRPr sz="2800" b="1">
                <a:solidFill>
                  <a:srgbClr val="2D1E18"/>
                </a:solidFill>
              </a:defRPr>
            </a:pPr>
            <a:r>
              <a:t>🚧 Technical 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A36B4F"/>
                </a:solidFill>
              </a:defRPr>
            </a:pPr>
            <a:r>
              <a:t>• Challenge 1: Connection Errors ('Could not connect to server')</a:t>
            </a:r>
          </a:p>
          <a:p>
            <a:pPr>
              <a:defRPr sz="1400">
                <a:solidFill>
                  <a:srgbClr val="2D1E18"/>
                </a:solidFill>
              </a:defRPr>
            </a:pPr>
            <a:r>
              <a:t>   Fix: Unified Frontend and Backend onto Vercel Serverless Functions (api/index.js).</a:t>
            </a:r>
            <a:br/>
          </a:p>
          <a:p>
            <a:pPr>
              <a:defRPr sz="1800" b="1">
                <a:solidFill>
                  <a:srgbClr val="A36B4F"/>
                </a:solidFill>
              </a:defRPr>
            </a:pPr>
            <a:r>
              <a:t>• Challenge 2: 500 Serverless Execution Error</a:t>
            </a:r>
          </a:p>
          <a:p>
            <a:pPr>
              <a:defRPr sz="1400">
                <a:solidFill>
                  <a:srgbClr val="2D1E18"/>
                </a:solidFill>
              </a:defRPr>
            </a:pPr>
            <a:r>
              <a:t>   Fix: Converted api/index.js to ES Module format (export default handler) matching package.json.</a:t>
            </a:r>
            <a:br/>
          </a:p>
          <a:p>
            <a:pPr>
              <a:defRPr sz="1800" b="1">
                <a:solidFill>
                  <a:srgbClr val="A36B4F"/>
                </a:solidFill>
              </a:defRPr>
            </a:pPr>
            <a:r>
              <a:t>• Challenge 3: 404 Error on Direct Page Load (/cart)</a:t>
            </a:r>
          </a:p>
          <a:p>
            <a:pPr>
              <a:defRPr sz="1400">
                <a:solidFill>
                  <a:srgbClr val="2D1E18"/>
                </a:solidFill>
              </a:defRPr>
            </a:pPr>
            <a:r>
              <a:t>   Fix: Configured Single Page Application (SPA) catch-all rewrite in vercel.json to /index.html.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